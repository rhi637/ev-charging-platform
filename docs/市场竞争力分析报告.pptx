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评分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技术完整度</c:v>
                  </c:pt>
                  <c:pt idx="1">
                    <c:v>用户体验</c:v>
                  </c:pt>
                  <c:pt idx="2">
                    <c:v>创新能力</c:v>
                  </c:pt>
                  <c:pt idx="3">
                    <c:v>市场定位</c:v>
                  </c:pt>
                  <c:pt idx="4">
                    <c:v>商业模式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2560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71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绿能充电管理平台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市场竞争力分析 &amp; 创新战略规划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分析框架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548640" cy="548640"/>
          </a:xfrm>
          <a:prstGeom prst="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市场现状与规模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361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充电桩行业规模、增长趋势与核心痛点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80467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194560"/>
            <a:ext cx="548640" cy="54864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13055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竞争格局分析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4963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头部玩家格局与软件平台蓝海机会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154680"/>
            <a:ext cx="548640" cy="548640"/>
          </a:xfrm>
          <a:prstGeom prst="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09067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项目竞争力评估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4564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SWOT分析与竞争力多维评分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14800"/>
            <a:ext cx="548640" cy="548640"/>
          </a:xfrm>
          <a:prstGeom prst="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05079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创新方向与战略建议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41655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5大差异化策略与12个月行动路线图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市场现状：万亿赛道，高速增长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350万+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中国公共充电桩保有量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2025年数据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97280"/>
            <a:ext cx="1965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300亿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51760" y="2194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充电桩软件市场规模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9260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2025年数据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97280"/>
            <a:ext cx="19659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0600" y="2194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年复合增长率(CAGR)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2026-2035预测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097280"/>
            <a:ext cx="1965960" cy="256032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0972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&gt;50%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49440" y="21945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新能源汽车渗透率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9260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2025年数据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数据来源：中国充电联盟、艾瑞咨询、中金公司研究部</a:t>
            </a:r>
            <a:endParaRPr lang="en-US" sz="8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行业痛点：三大核心挑战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320040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371600"/>
            <a:ext cx="868680" cy="868680"/>
          </a:xfrm>
          <a:prstGeom prst="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371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运营内卷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充电服务费从0.3元/度降至不到0.1元，利润被持续挤压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794760"/>
            <a:ext cx="1600200" cy="292608"/>
          </a:xfrm>
          <a:prstGeom prst="rect">
            <a:avLst>
              <a:gd name="adj" fmla="val 50000"/>
            </a:avLst>
          </a:prstGeom>
          <a:solidFill>
            <a:srgbClr val="F0F7F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94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服务费降幅超66%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97480" cy="320040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1371600"/>
            <a:ext cx="868680" cy="868680"/>
          </a:xfrm>
          <a:prstGeom prst="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371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管理复杂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多品牌充电桩协议各异，3000台桩可能来自8个品牌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3794760"/>
            <a:ext cx="1600200" cy="292608"/>
          </a:xfrm>
          <a:prstGeom prst="rect">
            <a:avLst>
              <a:gd name="adj" fmla="val 50000"/>
            </a:avLst>
          </a:prstGeom>
          <a:solidFill>
            <a:srgbClr val="F0F7F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794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协议碎片化严重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97480" cy="320040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371600"/>
            <a:ext cx="868680" cy="868680"/>
          </a:xfrm>
          <a:prstGeom prst="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371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2423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利用率低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平均利用率不足15%，大量桩位闲置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3794760"/>
            <a:ext cx="1600200" cy="292608"/>
          </a:xfrm>
          <a:prstGeom prst="rect">
            <a:avLst>
              <a:gd name="adj" fmla="val 50000"/>
            </a:avLst>
          </a:prstGeom>
          <a:solidFill>
            <a:srgbClr val="F0F7FA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794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资产回报周期长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竞争格局：头部垄断，中小运营商生存艰难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平台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市占率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定位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特来电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头部运营商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星星充电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头部运营商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国家电网 e充电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头部运营商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小桔充电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头部运营商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蔚来能源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头部运营商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中小运营商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4023360"/>
            <a:ext cx="73152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40233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4023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关键洞察：CR5超过75%，但中小运营商仍占25%市场份额 —— 这正是绿能平台的切入点</a:t>
            </a:r>
            <a:endParaRPr lang="en-US" sz="12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软件平台竞争：蓝海机会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现有玩家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头部平台自研系统，不对外开放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第三方SaaS价格高昂（年费5-20万）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定制化困难，对接周期长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功能臃肿，中小运营商用不上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市场空白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中小运营商缺乏专属管理工具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需要价格亲民（月费&lt;2000元）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开箱即用，快速部署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●"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灵活定制，按需扩展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1148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核心机会：中小运营商缺乏专属管理工具，是最大未被满足的需求</a:t>
            </a:r>
            <a:endParaRPr lang="en-US" sz="13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绿能平台 SWOT 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优势 (S)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轻量级SaaS架构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开源Apache 2.0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全栈技术完整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86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响应式+明暗模式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20624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20624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劣势 (W)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目前为MVP阶段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801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无真实硬件对接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无生产环境部署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386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数据库为SQLite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20624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420624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机会 (O)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中小运营商SaaS蓝海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V2G/虚拟电厂新赛道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14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AI+大数据赋能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306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下沉市场(县域)需求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420624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926080"/>
            <a:ext cx="420624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威胁 (T)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头部平台向下兼容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价格战持续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014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政策变化风险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306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技术迭代快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竞争力雷达图（模拟）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30175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9728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技术完整度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1097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8/10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60720" y="1783080"/>
            <a:ext cx="30175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783080"/>
            <a:ext cx="54864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用户体验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7/10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60720" y="2468880"/>
            <a:ext cx="30175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468880"/>
            <a:ext cx="54864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创新能力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6/10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60720" y="3154680"/>
            <a:ext cx="30175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15468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3154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0" y="3154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8/10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60720" y="3840480"/>
            <a:ext cx="301752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3840480"/>
            <a:ext cx="54864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1"/>
          <p:cNvSpPr/>
          <p:nvPr/>
        </p:nvSpPr>
        <p:spPr>
          <a:xfrm>
            <a:off x="59893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5/10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760720" y="4572000"/>
            <a:ext cx="3017520" cy="411480"/>
          </a:xfrm>
          <a:prstGeom prst="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76072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综合评分：6.8 / 10</a:t>
            </a:r>
            <a:endParaRPr lang="en-US" sz="13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创新方向：5大差异化策略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1691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AI智能调度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基于机器学习的充电高峰预测与动态定价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691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743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V2G车网互动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电动车变充电宝，车主日赚200元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1691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虚拟电厂(VPP)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聚合分散充电桩参与电网调节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2971800"/>
            <a:ext cx="2743200" cy="1691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37360" y="297180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3317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充电+生态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7452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充电+零售/餐饮/休息/物流的一站式服务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2743200" cy="1691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71800"/>
            <a:ext cx="2743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县域下沉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专为三四线城市定制的轻量化方案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核心创新：AI + V2G 双引擎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280160"/>
            <a:ext cx="914400" cy="914400"/>
          </a:xfrm>
          <a:prstGeom prst="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智能运营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充电需求预测（准确率&gt;90%）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动态定价引擎（峰谷自动调价）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故障预警（提前24小时预测）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用户行为分析（个性化推荐）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416052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51560"/>
            <a:ext cx="416052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1280160"/>
            <a:ext cx="914400" cy="914400"/>
          </a:xfrm>
          <a:prstGeom prst="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2286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V2G 车网互动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低谷充电、高峰放电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车主收益分成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电网削峰填谷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广州试点：30万千瓦聚合能力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12个月行动路线图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331720"/>
            <a:ext cx="502920" cy="502920"/>
          </a:xfrm>
          <a:prstGeom prst="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产品打磨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19456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17520"/>
            <a:ext cx="219456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支付对接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OCPP协议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PWA适配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331720"/>
            <a:ext cx="502920" cy="50292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97480" y="3017520"/>
            <a:ext cx="219456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3017520"/>
            <a:ext cx="219456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API文档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331720"/>
            <a:ext cx="502920" cy="502920"/>
          </a:xfrm>
          <a:prstGeom prst="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市场推广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7760" y="3017520"/>
            <a:ext cx="219456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017520"/>
            <a:ext cx="219456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免费试用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展会曝光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客户成功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331720"/>
            <a:ext cx="502920" cy="502920"/>
          </a:xfrm>
          <a:prstGeom prst="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规模化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78040" y="3017520"/>
            <a:ext cx="219456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78040" y="3017520"/>
            <a:ext cx="219456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App开发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609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AI功能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▸"/>
            </a:pPr>
            <a:r>
              <a:rPr lang="en-US" sz="10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融资推进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3200400" cy="3200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绿能充电 - 让每一次充电更智能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566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联系邮箱：contact@greencharge.dev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3931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项目地址：github.com/your-org/ev-admin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绿能充电管理平台 - 市场竞争力分析报告</dc:title>
  <dc:subject>PptxGenJS Presentation</dc:subject>
  <dc:creator>GreenCharge</dc:creator>
  <cp:lastModifiedBy>GreenCharge</cp:lastModifiedBy>
  <cp:revision>1</cp:revision>
  <dcterms:created xsi:type="dcterms:W3CDTF">2026-04-22T13:20:51Z</dcterms:created>
  <dcterms:modified xsi:type="dcterms:W3CDTF">2026-04-22T13:20:51Z</dcterms:modified>
</cp:coreProperties>
</file>